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Montserrat" charset="1" panose="00000500000000000000"/>
      <p:regular r:id="rId12"/>
    </p:embeddedFont>
    <p:embeddedFont>
      <p:font typeface="Gilda Display" charset="1" panose="02000000000000000000"/>
      <p:regular r:id="rId13"/>
    </p:embeddedFont>
    <p:embeddedFont>
      <p:font typeface="Canva Sans" charset="1" panose="020B0503030501040103"/>
      <p:regular r:id="rId14"/>
    </p:embeddedFont>
    <p:embeddedFont>
      <p:font typeface="Canva Sans Bold" charset="1" panose="020B08030305010401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34966" y="0"/>
            <a:ext cx="7988631" cy="2941432"/>
          </a:xfrm>
          <a:custGeom>
            <a:avLst/>
            <a:gdLst/>
            <a:ahLst/>
            <a:cxnLst/>
            <a:rect r="r" b="b" t="t" l="l"/>
            <a:pathLst>
              <a:path h="2941432" w="7988631">
                <a:moveTo>
                  <a:pt x="0" y="0"/>
                </a:moveTo>
                <a:lnTo>
                  <a:pt x="7988631" y="0"/>
                </a:lnTo>
                <a:lnTo>
                  <a:pt x="7988631" y="2941432"/>
                </a:lnTo>
                <a:lnTo>
                  <a:pt x="0" y="29414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139" t="-51428" r="-12980" b="-7692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2300" y="3416539"/>
            <a:ext cx="9218119" cy="985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91"/>
              </a:lnSpc>
            </a:pPr>
            <a:r>
              <a:rPr lang="en-US" sz="4727" spc="-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TEAM NAME: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66374" y="5422838"/>
            <a:ext cx="4683310" cy="4663797"/>
          </a:xfrm>
          <a:custGeom>
            <a:avLst/>
            <a:gdLst/>
            <a:ahLst/>
            <a:cxnLst/>
            <a:rect r="r" b="b" t="t" l="l"/>
            <a:pathLst>
              <a:path h="4663797" w="4683310">
                <a:moveTo>
                  <a:pt x="0" y="0"/>
                </a:moveTo>
                <a:lnTo>
                  <a:pt x="4683310" y="0"/>
                </a:lnTo>
                <a:lnTo>
                  <a:pt x="4683310" y="4663796"/>
                </a:lnTo>
                <a:lnTo>
                  <a:pt x="0" y="46637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22222" y="4876800"/>
            <a:ext cx="7384837" cy="2877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491"/>
              </a:lnSpc>
            </a:pPr>
            <a:r>
              <a:rPr lang="en-US" sz="4727" spc="-4">
                <a:solidFill>
                  <a:srgbClr val="DFE5E1"/>
                </a:solidFill>
                <a:latin typeface="Montserrat"/>
                <a:ea typeface="Montserrat"/>
                <a:cs typeface="Montserrat"/>
                <a:sym typeface="Montserrat"/>
              </a:rPr>
              <a:t>TEAM MEMBERS:</a:t>
            </a:r>
          </a:p>
          <a:p>
            <a:pPr algn="just">
              <a:lnSpc>
                <a:spcPts val="4685"/>
              </a:lnSpc>
            </a:pPr>
            <a:r>
              <a:rPr lang="en-US" sz="2628" spc="-2">
                <a:solidFill>
                  <a:srgbClr val="DFE5E1"/>
                </a:solidFill>
                <a:latin typeface="Montserrat"/>
                <a:ea typeface="Montserrat"/>
                <a:cs typeface="Montserrat"/>
                <a:sym typeface="Montserrat"/>
              </a:rPr>
              <a:t>MEMBER1:</a:t>
            </a:r>
          </a:p>
          <a:p>
            <a:pPr algn="just">
              <a:lnSpc>
                <a:spcPts val="4685"/>
              </a:lnSpc>
            </a:pPr>
            <a:r>
              <a:rPr lang="en-US" sz="2628" spc="-2">
                <a:solidFill>
                  <a:srgbClr val="DFE5E1"/>
                </a:solidFill>
                <a:latin typeface="Montserrat"/>
                <a:ea typeface="Montserrat"/>
                <a:cs typeface="Montserrat"/>
                <a:sym typeface="Montserrat"/>
              </a:rPr>
              <a:t>MEMBER2 (if applicable)</a:t>
            </a:r>
          </a:p>
          <a:p>
            <a:pPr algn="just">
              <a:lnSpc>
                <a:spcPts val="5263"/>
              </a:lnSpc>
            </a:pPr>
            <a:r>
              <a:rPr lang="en-US" sz="2628" spc="-2">
                <a:solidFill>
                  <a:srgbClr val="DFE5E1"/>
                </a:solidFill>
                <a:latin typeface="Montserrat"/>
                <a:ea typeface="Montserrat"/>
                <a:cs typeface="Montserrat"/>
                <a:sym typeface="Montserrat"/>
              </a:rPr>
              <a:t>MEMBER3 (if applicable)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604690" y="5422838"/>
            <a:ext cx="4683310" cy="4663797"/>
          </a:xfrm>
          <a:custGeom>
            <a:avLst/>
            <a:gdLst/>
            <a:ahLst/>
            <a:cxnLst/>
            <a:rect r="r" b="b" t="t" l="l"/>
            <a:pathLst>
              <a:path h="4663797" w="4683310">
                <a:moveTo>
                  <a:pt x="0" y="0"/>
                </a:moveTo>
                <a:lnTo>
                  <a:pt x="4683310" y="0"/>
                </a:lnTo>
                <a:lnTo>
                  <a:pt x="4683310" y="4663796"/>
                </a:lnTo>
                <a:lnTo>
                  <a:pt x="0" y="46637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3375" y="270195"/>
            <a:ext cx="17621250" cy="2048811"/>
            <a:chOff x="0" y="0"/>
            <a:chExt cx="23495000" cy="273174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2164693"/>
              <a:ext cx="23495000" cy="5670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10"/>
                </a:lnSpc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71450"/>
              <a:ext cx="23495000" cy="16125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FFFFFF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Brand Identity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75215" y="347455"/>
            <a:ext cx="1079410" cy="1175313"/>
          </a:xfrm>
          <a:custGeom>
            <a:avLst/>
            <a:gdLst/>
            <a:ahLst/>
            <a:cxnLst/>
            <a:rect r="r" b="b" t="t" l="l"/>
            <a:pathLst>
              <a:path h="1175313" w="1079410">
                <a:moveTo>
                  <a:pt x="0" y="0"/>
                </a:moveTo>
                <a:lnTo>
                  <a:pt x="1079410" y="0"/>
                </a:lnTo>
                <a:lnTo>
                  <a:pt x="1079410" y="1175312"/>
                </a:lnTo>
                <a:lnTo>
                  <a:pt x="0" y="1175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604690" y="5422838"/>
            <a:ext cx="4683310" cy="4663797"/>
          </a:xfrm>
          <a:custGeom>
            <a:avLst/>
            <a:gdLst/>
            <a:ahLst/>
            <a:cxnLst/>
            <a:rect r="r" b="b" t="t" l="l"/>
            <a:pathLst>
              <a:path h="4663797" w="4683310">
                <a:moveTo>
                  <a:pt x="0" y="0"/>
                </a:moveTo>
                <a:lnTo>
                  <a:pt x="4683310" y="0"/>
                </a:lnTo>
                <a:lnTo>
                  <a:pt x="4683310" y="4663796"/>
                </a:lnTo>
                <a:lnTo>
                  <a:pt x="0" y="46637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66750" y="4074315"/>
            <a:ext cx="17621250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Your </a:t>
            </a: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design embodies the XINITY ethos through a modern color palette, innovative typography, and intuitive user flow. (you can remove this LINE and this is for your reference only)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41661" y="531166"/>
            <a:ext cx="13604678" cy="1166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Hero and Event Showcase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875215" y="347455"/>
            <a:ext cx="1079410" cy="1175313"/>
          </a:xfrm>
          <a:custGeom>
            <a:avLst/>
            <a:gdLst/>
            <a:ahLst/>
            <a:cxnLst/>
            <a:rect r="r" b="b" t="t" l="l"/>
            <a:pathLst>
              <a:path h="1175313" w="1079410">
                <a:moveTo>
                  <a:pt x="0" y="0"/>
                </a:moveTo>
                <a:lnTo>
                  <a:pt x="1079410" y="0"/>
                </a:lnTo>
                <a:lnTo>
                  <a:pt x="1079410" y="1175312"/>
                </a:lnTo>
                <a:lnTo>
                  <a:pt x="0" y="1175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0862" y="4481768"/>
            <a:ext cx="17677138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</a:t>
            </a:r>
            <a:r>
              <a:rPr lang="en-US" sz="2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homepage highlights XINITY events with a strong visual hierarchy, clear messaging, and an engaging first impression that drives user attention. (you can remove this LINE and this is for your reference only)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604690" y="5422838"/>
            <a:ext cx="4683310" cy="4663797"/>
          </a:xfrm>
          <a:custGeom>
            <a:avLst/>
            <a:gdLst/>
            <a:ahLst/>
            <a:cxnLst/>
            <a:rect r="r" b="b" t="t" l="l"/>
            <a:pathLst>
              <a:path h="4663797" w="4683310">
                <a:moveTo>
                  <a:pt x="0" y="0"/>
                </a:moveTo>
                <a:lnTo>
                  <a:pt x="4683310" y="0"/>
                </a:lnTo>
                <a:lnTo>
                  <a:pt x="4683310" y="4663796"/>
                </a:lnTo>
                <a:lnTo>
                  <a:pt x="0" y="46637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322" y="666750"/>
            <a:ext cx="16472531" cy="1566544"/>
            <a:chOff x="0" y="0"/>
            <a:chExt cx="21963374" cy="208872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781904" y="171450"/>
              <a:ext cx="187706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FFFFFF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Tech Stack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469601"/>
              <a:ext cx="21963374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75215" y="347455"/>
            <a:ext cx="1079410" cy="1175313"/>
          </a:xfrm>
          <a:custGeom>
            <a:avLst/>
            <a:gdLst/>
            <a:ahLst/>
            <a:cxnLst/>
            <a:rect r="r" b="b" t="t" l="l"/>
            <a:pathLst>
              <a:path h="1175313" w="1079410">
                <a:moveTo>
                  <a:pt x="0" y="0"/>
                </a:moveTo>
                <a:lnTo>
                  <a:pt x="1079410" y="0"/>
                </a:lnTo>
                <a:lnTo>
                  <a:pt x="1079410" y="1175312"/>
                </a:lnTo>
                <a:lnTo>
                  <a:pt x="0" y="1175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604690" y="5422838"/>
            <a:ext cx="4683310" cy="4663797"/>
          </a:xfrm>
          <a:custGeom>
            <a:avLst/>
            <a:gdLst/>
            <a:ahLst/>
            <a:cxnLst/>
            <a:rect r="r" b="b" t="t" l="l"/>
            <a:pathLst>
              <a:path h="4663797" w="4683310">
                <a:moveTo>
                  <a:pt x="0" y="0"/>
                </a:moveTo>
                <a:lnTo>
                  <a:pt x="4683310" y="0"/>
                </a:lnTo>
                <a:lnTo>
                  <a:pt x="4683310" y="4663796"/>
                </a:lnTo>
                <a:lnTo>
                  <a:pt x="0" y="46637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35151" y="4770109"/>
            <a:ext cx="15362873" cy="373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Overview of our technical foundation. (you can remove this LINE and this is for your reference only)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38200"/>
            <a:ext cx="16954500" cy="116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Project Impact Highlights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875215" y="347455"/>
            <a:ext cx="1079410" cy="1175313"/>
          </a:xfrm>
          <a:custGeom>
            <a:avLst/>
            <a:gdLst/>
            <a:ahLst/>
            <a:cxnLst/>
            <a:rect r="r" b="b" t="t" l="l"/>
            <a:pathLst>
              <a:path h="1175313" w="1079410">
                <a:moveTo>
                  <a:pt x="0" y="0"/>
                </a:moveTo>
                <a:lnTo>
                  <a:pt x="1079410" y="0"/>
                </a:lnTo>
                <a:lnTo>
                  <a:pt x="1079410" y="1175312"/>
                </a:lnTo>
                <a:lnTo>
                  <a:pt x="0" y="1175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4202430"/>
            <a:ext cx="18288000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This </a:t>
            </a:r>
            <a:r>
              <a:rPr lang="en-US" sz="2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design improves usability, strengthens brand identity, and creates a seamless journey that increases user participation and engagement. (you can remove this LINE and this is for your reference only)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604690" y="5422838"/>
            <a:ext cx="4683310" cy="4663797"/>
          </a:xfrm>
          <a:custGeom>
            <a:avLst/>
            <a:gdLst/>
            <a:ahLst/>
            <a:cxnLst/>
            <a:rect r="r" b="b" t="t" l="l"/>
            <a:pathLst>
              <a:path h="4663797" w="4683310">
                <a:moveTo>
                  <a:pt x="0" y="0"/>
                </a:moveTo>
                <a:lnTo>
                  <a:pt x="4683310" y="0"/>
                </a:lnTo>
                <a:lnTo>
                  <a:pt x="4683310" y="4663796"/>
                </a:lnTo>
                <a:lnTo>
                  <a:pt x="0" y="46637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70524" y="547078"/>
            <a:ext cx="8756503" cy="3224164"/>
          </a:xfrm>
          <a:custGeom>
            <a:avLst/>
            <a:gdLst/>
            <a:ahLst/>
            <a:cxnLst/>
            <a:rect r="r" b="b" t="t" l="l"/>
            <a:pathLst>
              <a:path h="3224164" w="8756503">
                <a:moveTo>
                  <a:pt x="0" y="0"/>
                </a:moveTo>
                <a:lnTo>
                  <a:pt x="8756502" y="0"/>
                </a:lnTo>
                <a:lnTo>
                  <a:pt x="8756502" y="3224164"/>
                </a:lnTo>
                <a:lnTo>
                  <a:pt x="0" y="32241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139" t="-51428" r="-12980" b="-7692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91790" y="3865818"/>
            <a:ext cx="12942520" cy="1517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60"/>
              </a:lnSpc>
            </a:pPr>
            <a:r>
              <a:rPr lang="en-US" sz="89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242740" y="5422838"/>
            <a:ext cx="4683310" cy="4663797"/>
          </a:xfrm>
          <a:custGeom>
            <a:avLst/>
            <a:gdLst/>
            <a:ahLst/>
            <a:cxnLst/>
            <a:rect r="r" b="b" t="t" l="l"/>
            <a:pathLst>
              <a:path h="4663797" w="4683310">
                <a:moveTo>
                  <a:pt x="0" y="0"/>
                </a:moveTo>
                <a:lnTo>
                  <a:pt x="4683310" y="0"/>
                </a:lnTo>
                <a:lnTo>
                  <a:pt x="4683310" y="4663796"/>
                </a:lnTo>
                <a:lnTo>
                  <a:pt x="0" y="46637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66374" y="5422838"/>
            <a:ext cx="4683310" cy="4663797"/>
          </a:xfrm>
          <a:custGeom>
            <a:avLst/>
            <a:gdLst/>
            <a:ahLst/>
            <a:cxnLst/>
            <a:rect r="r" b="b" t="t" l="l"/>
            <a:pathLst>
              <a:path h="4663797" w="4683310">
                <a:moveTo>
                  <a:pt x="0" y="0"/>
                </a:moveTo>
                <a:lnTo>
                  <a:pt x="4683310" y="0"/>
                </a:lnTo>
                <a:lnTo>
                  <a:pt x="4683310" y="4663796"/>
                </a:lnTo>
                <a:lnTo>
                  <a:pt x="0" y="46637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5770795"/>
            <a:ext cx="1371810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by- [your team name]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[Project Name]</dc:description>
  <dc:identifier>DAHFbjgwVhA</dc:identifier>
  <dcterms:modified xsi:type="dcterms:W3CDTF">2011-08-01T06:04:30Z</dcterms:modified>
  <cp:revision>1</cp:revision>
  <dc:title>ppt-temp-WEB-X-CHALLENGE</dc:title>
</cp:coreProperties>
</file>